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b25b57827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b25b57827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b25b57827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b25b57827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b25b57827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b25b57827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b25b57827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b25b57827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b25b57827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b25b57827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b25b57827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b25b57827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b25b57827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b25b57827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b25b57827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b25b57827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b25b57827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b25b57827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b25b57827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b25b57827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b25b57827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b25b57827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b25b578270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b25b57827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Fidelity Project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University Portal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Scope and Purpose of Design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Introduction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Project Scope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The goals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Constraints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353125"/>
            <a:ext cx="7038900" cy="31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Log into Account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Course Details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Course Registration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Dropping Courses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Recovering User Password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</a:t>
            </a:r>
            <a:r>
              <a:rPr lang="en"/>
              <a:t> used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HTML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CSS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" sz="1700"/>
              <a:t>Javascript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Walkthrough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123650"/>
            <a:ext cx="7038900" cy="33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How the features was tested?</a:t>
            </a:r>
            <a:endParaRPr sz="1700"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350" y="1590525"/>
            <a:ext cx="6955601" cy="29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Low fidelity vs High fidelity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login : Low vs High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139475"/>
            <a:ext cx="7038900" cy="33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										</a:t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75" y="1495579"/>
            <a:ext cx="3923277" cy="223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850" y="1471500"/>
            <a:ext cx="4755749" cy="226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 Passwords : Low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92725"/>
            <a:ext cx="7038899" cy="348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 Passwords: High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949575"/>
            <a:ext cx="7038900" cy="3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	1											2</a:t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" y="1402525"/>
            <a:ext cx="4375925" cy="26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025" y="1402525"/>
            <a:ext cx="4411973" cy="266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Page: Low vs High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5" y="1567550"/>
            <a:ext cx="4432998" cy="29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375" y="1567550"/>
            <a:ext cx="4317026" cy="29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Course: Low vs High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50" y="1567550"/>
            <a:ext cx="4186025" cy="291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100" y="1567550"/>
            <a:ext cx="4368026" cy="29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